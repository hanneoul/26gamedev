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은석" userId="92d39369-f459-41e0-ae9c-83fdebd76ed3" providerId="ADAL" clId="{686243B5-803A-4F1B-9D5C-25556546B92F}"/>
    <pc:docChg chg="undo custSel addSld delSld modSld sldOrd">
      <pc:chgData name="이은석" userId="92d39369-f459-41e0-ae9c-83fdebd76ed3" providerId="ADAL" clId="{686243B5-803A-4F1B-9D5C-25556546B92F}" dt="2026-09-22T01:27:59.560" v="118" actId="47"/>
      <pc:docMkLst>
        <pc:docMk/>
      </pc:docMkLst>
      <pc:sldChg chg="addSp delSp modSp mod">
        <pc:chgData name="이은석" userId="92d39369-f459-41e0-ae9c-83fdebd76ed3" providerId="ADAL" clId="{686243B5-803A-4F1B-9D5C-25556546B92F}" dt="2026-09-22T01:22:18.555" v="21" actId="14100"/>
        <pc:sldMkLst>
          <pc:docMk/>
          <pc:sldMk cId="1452363079" sldId="257"/>
        </pc:sldMkLst>
        <pc:spChg chg="del">
          <ac:chgData name="이은석" userId="92d39369-f459-41e0-ae9c-83fdebd76ed3" providerId="ADAL" clId="{686243B5-803A-4F1B-9D5C-25556546B92F}" dt="2026-09-22T01:19:13.123" v="1" actId="478"/>
          <ac:spMkLst>
            <pc:docMk/>
            <pc:sldMk cId="1452363079" sldId="257"/>
            <ac:spMk id="2" creationId="{8BEDE467-D40A-4BF0-BA5D-39FCC0759A43}"/>
          </ac:spMkLst>
        </pc:spChg>
        <pc:spChg chg="del">
          <ac:chgData name="이은석" userId="92d39369-f459-41e0-ae9c-83fdebd76ed3" providerId="ADAL" clId="{686243B5-803A-4F1B-9D5C-25556546B92F}" dt="2026-09-22T01:19:08.924" v="0"/>
          <ac:spMkLst>
            <pc:docMk/>
            <pc:sldMk cId="1452363079" sldId="257"/>
            <ac:spMk id="3" creationId="{56B6F539-6167-4191-BDB2-1A1537164628}"/>
          </ac:spMkLst>
        </pc:spChg>
        <pc:spChg chg="add mod">
          <ac:chgData name="이은석" userId="92d39369-f459-41e0-ae9c-83fdebd76ed3" providerId="ADAL" clId="{686243B5-803A-4F1B-9D5C-25556546B92F}" dt="2026-09-22T01:22:08.906" v="19" actId="1076"/>
          <ac:spMkLst>
            <pc:docMk/>
            <pc:sldMk cId="1452363079" sldId="257"/>
            <ac:spMk id="6" creationId="{2C1312B1-7401-4989-9490-42E2DD483553}"/>
          </ac:spMkLst>
        </pc:spChg>
        <pc:spChg chg="add mod">
          <ac:chgData name="이은석" userId="92d39369-f459-41e0-ae9c-83fdebd76ed3" providerId="ADAL" clId="{686243B5-803A-4F1B-9D5C-25556546B92F}" dt="2026-09-22T01:22:18.555" v="21" actId="14100"/>
          <ac:spMkLst>
            <pc:docMk/>
            <pc:sldMk cId="1452363079" sldId="257"/>
            <ac:spMk id="8" creationId="{B42DEE98-8BD2-47E2-9D1E-36EA0D8F6634}"/>
          </ac:spMkLst>
        </pc:spChg>
        <pc:spChg chg="add mod">
          <ac:chgData name="이은석" userId="92d39369-f459-41e0-ae9c-83fdebd76ed3" providerId="ADAL" clId="{686243B5-803A-4F1B-9D5C-25556546B92F}" dt="2026-09-22T01:21:59.834" v="16" actId="1076"/>
          <ac:spMkLst>
            <pc:docMk/>
            <pc:sldMk cId="1452363079" sldId="257"/>
            <ac:spMk id="9" creationId="{6DACA2E6-0039-44CC-A544-2173D6CEE740}"/>
          </ac:spMkLst>
        </pc:spChg>
        <pc:picChg chg="add mod">
          <ac:chgData name="이은석" userId="92d39369-f459-41e0-ae9c-83fdebd76ed3" providerId="ADAL" clId="{686243B5-803A-4F1B-9D5C-25556546B92F}" dt="2026-09-22T01:22:08.906" v="19" actId="1076"/>
          <ac:picMkLst>
            <pc:docMk/>
            <pc:sldMk cId="1452363079" sldId="257"/>
            <ac:picMk id="5" creationId="{2CD7527C-119B-4486-8CF3-A025FDEC4BC8}"/>
          </ac:picMkLst>
        </pc:picChg>
      </pc:sldChg>
      <pc:sldChg chg="del">
        <pc:chgData name="이은석" userId="92d39369-f459-41e0-ae9c-83fdebd76ed3" providerId="ADAL" clId="{686243B5-803A-4F1B-9D5C-25556546B92F}" dt="2026-09-22T01:27:59.560" v="118" actId="47"/>
        <pc:sldMkLst>
          <pc:docMk/>
          <pc:sldMk cId="3545151411" sldId="258"/>
        </pc:sldMkLst>
      </pc:sldChg>
      <pc:sldChg chg="addSp delSp modSp add mod">
        <pc:chgData name="이은석" userId="92d39369-f459-41e0-ae9c-83fdebd76ed3" providerId="ADAL" clId="{686243B5-803A-4F1B-9D5C-25556546B92F}" dt="2026-09-22T01:24:26.057" v="62" actId="113"/>
        <pc:sldMkLst>
          <pc:docMk/>
          <pc:sldMk cId="2768186337" sldId="259"/>
        </pc:sldMkLst>
        <pc:spChg chg="add del">
          <ac:chgData name="이은석" userId="92d39369-f459-41e0-ae9c-83fdebd76ed3" providerId="ADAL" clId="{686243B5-803A-4F1B-9D5C-25556546B92F}" dt="2026-09-22T01:23:02.490" v="47"/>
          <ac:spMkLst>
            <pc:docMk/>
            <pc:sldMk cId="2768186337" sldId="259"/>
            <ac:spMk id="2" creationId="{D53217F5-903C-4860-8CCE-287F63B62FA7}"/>
          </ac:spMkLst>
        </pc:spChg>
        <pc:spChg chg="add mod">
          <ac:chgData name="이은석" userId="92d39369-f459-41e0-ae9c-83fdebd76ed3" providerId="ADAL" clId="{686243B5-803A-4F1B-9D5C-25556546B92F}" dt="2026-09-22T01:23:22.875" v="53" actId="14100"/>
          <ac:spMkLst>
            <pc:docMk/>
            <pc:sldMk cId="2768186337" sldId="259"/>
            <ac:spMk id="3" creationId="{5475A07C-5734-4B25-8F72-0B0040F3750B}"/>
          </ac:spMkLst>
        </pc:spChg>
        <pc:spChg chg="mod">
          <ac:chgData name="이은석" userId="92d39369-f459-41e0-ae9c-83fdebd76ed3" providerId="ADAL" clId="{686243B5-803A-4F1B-9D5C-25556546B92F}" dt="2026-09-22T01:22:34.859" v="24" actId="14100"/>
          <ac:spMkLst>
            <pc:docMk/>
            <pc:sldMk cId="2768186337" sldId="259"/>
            <ac:spMk id="6" creationId="{2C1312B1-7401-4989-9490-42E2DD483553}"/>
          </ac:spMkLst>
        </pc:spChg>
        <pc:spChg chg="del">
          <ac:chgData name="이은석" userId="92d39369-f459-41e0-ae9c-83fdebd76ed3" providerId="ADAL" clId="{686243B5-803A-4F1B-9D5C-25556546B92F}" dt="2026-09-22T01:23:17.311" v="51" actId="478"/>
          <ac:spMkLst>
            <pc:docMk/>
            <pc:sldMk cId="2768186337" sldId="259"/>
            <ac:spMk id="8" creationId="{B42DEE98-8BD2-47E2-9D1E-36EA0D8F6634}"/>
          </ac:spMkLst>
        </pc:spChg>
        <pc:spChg chg="mod">
          <ac:chgData name="이은석" userId="92d39369-f459-41e0-ae9c-83fdebd76ed3" providerId="ADAL" clId="{686243B5-803A-4F1B-9D5C-25556546B92F}" dt="2026-09-22T01:24:26.057" v="62" actId="113"/>
          <ac:spMkLst>
            <pc:docMk/>
            <pc:sldMk cId="2768186337" sldId="259"/>
            <ac:spMk id="9" creationId="{6DACA2E6-0039-44CC-A544-2173D6CEE740}"/>
          </ac:spMkLst>
        </pc:spChg>
      </pc:sldChg>
      <pc:sldChg chg="addSp delSp modSp add mod">
        <pc:chgData name="이은석" userId="92d39369-f459-41e0-ae9c-83fdebd76ed3" providerId="ADAL" clId="{686243B5-803A-4F1B-9D5C-25556546B92F}" dt="2026-09-22T01:24:46.375" v="68" actId="14100"/>
        <pc:sldMkLst>
          <pc:docMk/>
          <pc:sldMk cId="951705508" sldId="260"/>
        </pc:sldMkLst>
        <pc:spChg chg="add del mod">
          <ac:chgData name="이은석" userId="92d39369-f459-41e0-ae9c-83fdebd76ed3" providerId="ADAL" clId="{686243B5-803A-4F1B-9D5C-25556546B92F}" dt="2026-09-22T01:23:55.355" v="56"/>
          <ac:spMkLst>
            <pc:docMk/>
            <pc:sldMk cId="951705508" sldId="260"/>
            <ac:spMk id="3" creationId="{F5148D74-655D-4F04-911E-827CEDA8EE58}"/>
          </ac:spMkLst>
        </pc:spChg>
        <pc:spChg chg="mod">
          <ac:chgData name="이은석" userId="92d39369-f459-41e0-ae9c-83fdebd76ed3" providerId="ADAL" clId="{686243B5-803A-4F1B-9D5C-25556546B92F}" dt="2026-09-22T01:24:06.843" v="59" actId="14100"/>
          <ac:spMkLst>
            <pc:docMk/>
            <pc:sldMk cId="951705508" sldId="260"/>
            <ac:spMk id="6" creationId="{2C1312B1-7401-4989-9490-42E2DD483553}"/>
          </ac:spMkLst>
        </pc:spChg>
        <pc:spChg chg="del">
          <ac:chgData name="이은석" userId="92d39369-f459-41e0-ae9c-83fdebd76ed3" providerId="ADAL" clId="{686243B5-803A-4F1B-9D5C-25556546B92F}" dt="2026-09-22T01:24:41.424" v="66" actId="478"/>
          <ac:spMkLst>
            <pc:docMk/>
            <pc:sldMk cId="951705508" sldId="260"/>
            <ac:spMk id="8" creationId="{B42DEE98-8BD2-47E2-9D1E-36EA0D8F6634}"/>
          </ac:spMkLst>
        </pc:spChg>
        <pc:spChg chg="mod">
          <ac:chgData name="이은석" userId="92d39369-f459-41e0-ae9c-83fdebd76ed3" providerId="ADAL" clId="{686243B5-803A-4F1B-9D5C-25556546B92F}" dt="2026-09-22T01:24:23.118" v="61" actId="113"/>
          <ac:spMkLst>
            <pc:docMk/>
            <pc:sldMk cId="951705508" sldId="260"/>
            <ac:spMk id="9" creationId="{6DACA2E6-0039-44CC-A544-2173D6CEE740}"/>
          </ac:spMkLst>
        </pc:spChg>
        <pc:spChg chg="add mod">
          <ac:chgData name="이은석" userId="92d39369-f459-41e0-ae9c-83fdebd76ed3" providerId="ADAL" clId="{686243B5-803A-4F1B-9D5C-25556546B92F}" dt="2026-09-22T01:24:46.375" v="68" actId="14100"/>
          <ac:spMkLst>
            <pc:docMk/>
            <pc:sldMk cId="951705508" sldId="260"/>
            <ac:spMk id="10" creationId="{B776C5D4-5269-4499-B0FE-A4CD0121DF2D}"/>
          </ac:spMkLst>
        </pc:spChg>
        <pc:picChg chg="del">
          <ac:chgData name="이은석" userId="92d39369-f459-41e0-ae9c-83fdebd76ed3" providerId="ADAL" clId="{686243B5-803A-4F1B-9D5C-25556546B92F}" dt="2026-09-22T01:23:55.169" v="55" actId="478"/>
          <ac:picMkLst>
            <pc:docMk/>
            <pc:sldMk cId="951705508" sldId="260"/>
            <ac:picMk id="5" creationId="{2CD7527C-119B-4486-8CF3-A025FDEC4BC8}"/>
          </ac:picMkLst>
        </pc:picChg>
        <pc:picChg chg="add mod ord">
          <ac:chgData name="이은석" userId="92d39369-f459-41e0-ae9c-83fdebd76ed3" providerId="ADAL" clId="{686243B5-803A-4F1B-9D5C-25556546B92F}" dt="2026-09-22T01:24:03.761" v="58" actId="167"/>
          <ac:picMkLst>
            <pc:docMk/>
            <pc:sldMk cId="951705508" sldId="260"/>
            <ac:picMk id="7" creationId="{F7B3F1FC-57EA-4380-9FF0-8D336A1DCFE9}"/>
          </ac:picMkLst>
        </pc:picChg>
      </pc:sldChg>
      <pc:sldChg chg="addSp delSp modSp add mod">
        <pc:chgData name="이은석" userId="92d39369-f459-41e0-ae9c-83fdebd76ed3" providerId="ADAL" clId="{686243B5-803A-4F1B-9D5C-25556546B92F}" dt="2026-09-22T01:25:45.394" v="89" actId="6549"/>
        <pc:sldMkLst>
          <pc:docMk/>
          <pc:sldMk cId="393583499" sldId="261"/>
        </pc:sldMkLst>
        <pc:spChg chg="mod">
          <ac:chgData name="이은석" userId="92d39369-f459-41e0-ae9c-83fdebd76ed3" providerId="ADAL" clId="{686243B5-803A-4F1B-9D5C-25556546B92F}" dt="2026-09-22T01:25:12.514" v="74" actId="14100"/>
          <ac:spMkLst>
            <pc:docMk/>
            <pc:sldMk cId="393583499" sldId="261"/>
            <ac:spMk id="6" creationId="{2C1312B1-7401-4989-9490-42E2DD483553}"/>
          </ac:spMkLst>
        </pc:spChg>
        <pc:spChg chg="add del mod">
          <ac:chgData name="이은석" userId="92d39369-f459-41e0-ae9c-83fdebd76ed3" providerId="ADAL" clId="{686243B5-803A-4F1B-9D5C-25556546B92F}" dt="2026-09-22T01:25:25.454" v="78"/>
          <ac:spMkLst>
            <pc:docMk/>
            <pc:sldMk cId="393583499" sldId="261"/>
            <ac:spMk id="8" creationId="{B65E8665-ECA3-4888-9ABA-2C2D80C1D6C9}"/>
          </ac:spMkLst>
        </pc:spChg>
        <pc:spChg chg="mod">
          <ac:chgData name="이은석" userId="92d39369-f459-41e0-ae9c-83fdebd76ed3" providerId="ADAL" clId="{686243B5-803A-4F1B-9D5C-25556546B92F}" dt="2026-09-22T01:25:45.394" v="89" actId="6549"/>
          <ac:spMkLst>
            <pc:docMk/>
            <pc:sldMk cId="393583499" sldId="261"/>
            <ac:spMk id="9" creationId="{6DACA2E6-0039-44CC-A544-2173D6CEE740}"/>
          </ac:spMkLst>
        </pc:spChg>
        <pc:spChg chg="mod">
          <ac:chgData name="이은석" userId="92d39369-f459-41e0-ae9c-83fdebd76ed3" providerId="ADAL" clId="{686243B5-803A-4F1B-9D5C-25556546B92F}" dt="2026-09-22T01:25:02.925" v="71" actId="21"/>
          <ac:spMkLst>
            <pc:docMk/>
            <pc:sldMk cId="393583499" sldId="261"/>
            <ac:spMk id="10" creationId="{B776C5D4-5269-4499-B0FE-A4CD0121DF2D}"/>
          </ac:spMkLst>
        </pc:spChg>
        <pc:spChg chg="add del mod">
          <ac:chgData name="이은석" userId="92d39369-f459-41e0-ae9c-83fdebd76ed3" providerId="ADAL" clId="{686243B5-803A-4F1B-9D5C-25556546B92F}" dt="2026-09-22T01:25:25.253" v="77"/>
          <ac:spMkLst>
            <pc:docMk/>
            <pc:sldMk cId="393583499" sldId="261"/>
            <ac:spMk id="11" creationId="{670C192E-F91F-432A-AD20-B185D107DFCF}"/>
          </ac:spMkLst>
        </pc:spChg>
      </pc:sldChg>
      <pc:sldChg chg="addSp delSp modSp add mod ord">
        <pc:chgData name="이은석" userId="92d39369-f459-41e0-ae9c-83fdebd76ed3" providerId="ADAL" clId="{686243B5-803A-4F1B-9D5C-25556546B92F}" dt="2026-09-22T01:27:49.785" v="117" actId="14100"/>
        <pc:sldMkLst>
          <pc:docMk/>
          <pc:sldMk cId="2607166472" sldId="262"/>
        </pc:sldMkLst>
        <pc:spChg chg="add del mod">
          <ac:chgData name="이은석" userId="92d39369-f459-41e0-ae9c-83fdebd76ed3" providerId="ADAL" clId="{686243B5-803A-4F1B-9D5C-25556546B92F}" dt="2026-09-22T01:26:21.791" v="102"/>
          <ac:spMkLst>
            <pc:docMk/>
            <pc:sldMk cId="2607166472" sldId="262"/>
            <ac:spMk id="2" creationId="{EBA4B65F-F403-45E9-A387-F31620CC7871}"/>
          </ac:spMkLst>
        </pc:spChg>
        <pc:spChg chg="add del mod">
          <ac:chgData name="이은석" userId="92d39369-f459-41e0-ae9c-83fdebd76ed3" providerId="ADAL" clId="{686243B5-803A-4F1B-9D5C-25556546B92F}" dt="2026-09-22T01:27:37.659" v="113"/>
          <ac:spMkLst>
            <pc:docMk/>
            <pc:sldMk cId="2607166472" sldId="262"/>
            <ac:spMk id="4" creationId="{B048BCC3-201B-4F94-9CF6-5C43FA20CA13}"/>
          </ac:spMkLst>
        </pc:spChg>
        <pc:spChg chg="mod">
          <ac:chgData name="이은석" userId="92d39369-f459-41e0-ae9c-83fdebd76ed3" providerId="ADAL" clId="{686243B5-803A-4F1B-9D5C-25556546B92F}" dt="2026-09-22T01:27:49.785" v="117" actId="14100"/>
          <ac:spMkLst>
            <pc:docMk/>
            <pc:sldMk cId="2607166472" sldId="262"/>
            <ac:spMk id="6" creationId="{2C1312B1-7401-4989-9490-42E2DD483553}"/>
          </ac:spMkLst>
        </pc:spChg>
        <pc:spChg chg="mod">
          <ac:chgData name="이은석" userId="92d39369-f459-41e0-ae9c-83fdebd76ed3" providerId="ADAL" clId="{686243B5-803A-4F1B-9D5C-25556546B92F}" dt="2026-09-22T01:26:41.288" v="106" actId="5793"/>
          <ac:spMkLst>
            <pc:docMk/>
            <pc:sldMk cId="2607166472" sldId="262"/>
            <ac:spMk id="9" creationId="{6DACA2E6-0039-44CC-A544-2173D6CEE740}"/>
          </ac:spMkLst>
        </pc:spChg>
        <pc:spChg chg="add del mod">
          <ac:chgData name="이은석" userId="92d39369-f459-41e0-ae9c-83fdebd76ed3" providerId="ADAL" clId="{686243B5-803A-4F1B-9D5C-25556546B92F}" dt="2026-09-22T01:26:52.139" v="111" actId="6549"/>
          <ac:spMkLst>
            <pc:docMk/>
            <pc:sldMk cId="2607166472" sldId="262"/>
            <ac:spMk id="10" creationId="{B776C5D4-5269-4499-B0FE-A4CD0121DF2D}"/>
          </ac:spMkLst>
        </pc:spChg>
        <pc:picChg chg="del">
          <ac:chgData name="이은석" userId="92d39369-f459-41e0-ae9c-83fdebd76ed3" providerId="ADAL" clId="{686243B5-803A-4F1B-9D5C-25556546B92F}" dt="2026-09-22T01:26:57.033" v="112" actId="478"/>
          <ac:picMkLst>
            <pc:docMk/>
            <pc:sldMk cId="2607166472" sldId="262"/>
            <ac:picMk id="7" creationId="{F7B3F1FC-57EA-4380-9FF0-8D336A1DCFE9}"/>
          </ac:picMkLst>
        </pc:picChg>
        <pc:picChg chg="add mod ord">
          <ac:chgData name="이은석" userId="92d39369-f459-41e0-ae9c-83fdebd76ed3" providerId="ADAL" clId="{686243B5-803A-4F1B-9D5C-25556546B92F}" dt="2026-09-22T01:27:42.868" v="115" actId="1076"/>
          <ac:picMkLst>
            <pc:docMk/>
            <pc:sldMk cId="2607166472" sldId="262"/>
            <ac:picMk id="8" creationId="{B3376200-038E-4D1D-AF62-49A1781A5010}"/>
          </ac:picMkLst>
        </pc:picChg>
      </pc:sldChg>
      <pc:sldChg chg="modSp add mod">
        <pc:chgData name="이은석" userId="92d39369-f459-41e0-ae9c-83fdebd76ed3" providerId="ADAL" clId="{686243B5-803A-4F1B-9D5C-25556546B92F}" dt="2026-09-22T01:25:38.409" v="83"/>
        <pc:sldMkLst>
          <pc:docMk/>
          <pc:sldMk cId="721238951" sldId="263"/>
        </pc:sldMkLst>
        <pc:spChg chg="mod">
          <ac:chgData name="이은석" userId="92d39369-f459-41e0-ae9c-83fdebd76ed3" providerId="ADAL" clId="{686243B5-803A-4F1B-9D5C-25556546B92F}" dt="2026-09-22T01:25:38.409" v="83"/>
          <ac:spMkLst>
            <pc:docMk/>
            <pc:sldMk cId="721238951" sldId="263"/>
            <ac:spMk id="9" creationId="{6DACA2E6-0039-44CC-A544-2173D6CEE740}"/>
          </ac:spMkLst>
        </pc:spChg>
        <pc:spChg chg="mod">
          <ac:chgData name="이은석" userId="92d39369-f459-41e0-ae9c-83fdebd76ed3" providerId="ADAL" clId="{686243B5-803A-4F1B-9D5C-25556546B92F}" dt="2026-09-22T01:25:35.620" v="82" actId="21"/>
          <ac:spMkLst>
            <pc:docMk/>
            <pc:sldMk cId="721238951" sldId="263"/>
            <ac:spMk id="10" creationId="{B776C5D4-5269-4499-B0FE-A4CD0121DF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FEF41-790D-42D2-9151-74438B7E3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0DEF45-E167-467E-80A8-9E00440EB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D9E8FE-C189-414E-82B6-ECB11A1A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6AC58-B2DC-465E-AA96-077F1C3E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1D33A5-6999-4194-9D0C-9600C587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0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060F0-E8AF-482C-B1C2-21EE7D8B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93C59-ABDB-426D-83C8-EA94664EF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FC91B-F2E7-4D0F-BB41-2022DA6B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912C2-2F00-4FA3-852C-4555D63F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590F2E-3FE0-4908-8A17-03C05112E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40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1AFA4-6B47-43CB-AF40-601DF2E4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EA7CC6-50A3-44BF-BEE8-7AF0BD948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1B1DCD-68F9-4743-9CE2-40E54BC4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57A5F-3510-447C-AD19-9DF63ABA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DD02AD-0ACB-4369-9638-4C724012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87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C32B5-94C4-4090-A646-CF4B9420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EBC87-94C3-485D-B81D-519A951B8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FA4F76-46AD-4EA0-BCEA-5B61EA26B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42A5B-5614-4AE6-A18C-A268E77B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B56717-9DCE-4C73-9B20-55E870A9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CE315F-6614-4D13-AB96-1540C2CE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53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C43C6-15DF-4CCA-B063-299F3787A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34A61-9B43-49F5-875A-D3E5BE6DB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806406-A465-4D1D-A0E2-4A71CC3D6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D3B14B-701B-48DE-8C4E-93080DC0E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178529-4AF3-41E2-9073-C2A789280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F002A3-CCC5-4A2A-A73A-0398852F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D426AE-6BA5-4A51-AC75-40C9F8EA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A53A12-65D1-4F50-864C-4A859140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29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0C06E-B696-482F-87E2-60462A7E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708A51-6432-4869-92E2-992C462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B6751A-C5E5-4F3B-A98F-AFC977F0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23417-1513-4A67-9E99-ED91F0AD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5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1CF980-3ACE-48E7-8E75-9BC17922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730172-A84F-4933-BBA7-DFD757CE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BC479-9762-4F6C-9B38-1065D617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70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F9653-B295-45E6-9D20-D733362E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9A4E18-E12D-4D97-9285-BFDB69633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96BF8F-9A2A-4316-B6B8-4156B6D9C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01E6F3-C5F5-4459-A149-1BC23347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A19D73-BA38-4A4A-B645-A6849E65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1809D2-1C80-4C55-8D4C-518BB3AC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499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9454A-25EC-43C3-9A80-D763A7B7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95E2D5-D24D-44D2-9826-7642D8CE6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4CED88-6B5C-4F0C-B73E-EE69E93CA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F95F3F-5A7B-42F8-BA44-8CF80CEC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D68C35-04F9-473D-9F61-405E491C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33132A-265B-44C8-82BA-CAFF86A9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23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CA18A-3EB0-4E57-A970-DE34B877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B2A172-01FC-42FC-8231-28F570E14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BA9CE-10ED-457B-9BB1-92C5667D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FEC03-F28B-44E2-87B3-0E654EB4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C3382-4CD8-4E99-8468-720F395D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37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05DCAE-EC87-4E6C-8438-9822C8720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77088D-3993-4AED-AA28-98DCE22B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15577-4544-488C-9F01-33E856B0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4CFD2-00CE-4829-BA0E-77F777B8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75F85-58FD-4241-BA77-CCFC6FBD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2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62D4F4-73CA-44E7-A573-47902E66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844C64-77C8-49C4-A822-4910BBD8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525129-A548-4D2F-87E4-907BA05AC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ADCD8-C21F-4922-8A74-95B8CA6320D9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CDD2D-0BEA-4C6F-A104-615F3502F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DD6C6F-314E-425B-944D-78D10D69D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7EE5E-9837-42DA-BF70-E95E7199F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9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AC134-7FC8-40D9-9470-EB7384757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Unity UI </a:t>
            </a:r>
            <a:r>
              <a:rPr lang="ko-KR" altLang="en-US" dirty="0"/>
              <a:t>설명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333B37-031C-4D9A-AB4F-FBDCDCA84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267" y="4694238"/>
            <a:ext cx="9144000" cy="1655762"/>
          </a:xfrm>
        </p:spPr>
        <p:txBody>
          <a:bodyPr/>
          <a:lstStyle/>
          <a:p>
            <a:pPr algn="r"/>
            <a:r>
              <a:rPr lang="en-US" altLang="ko-KR" dirty="0"/>
              <a:t>AI</a:t>
            </a:r>
            <a:r>
              <a:rPr lang="ko-KR" altLang="en-US" dirty="0"/>
              <a:t>콘텐츠공학과</a:t>
            </a:r>
            <a:endParaRPr lang="en-US" altLang="ko-KR" dirty="0"/>
          </a:p>
          <a:p>
            <a:pPr algn="r"/>
            <a:r>
              <a:rPr lang="ko-KR" altLang="en-US" dirty="0"/>
              <a:t>이은석</a:t>
            </a:r>
          </a:p>
        </p:txBody>
      </p:sp>
    </p:spTree>
    <p:extLst>
      <p:ext uri="{BB962C8B-B14F-4D97-AF65-F5344CB8AC3E}">
        <p14:creationId xmlns:p14="http://schemas.microsoft.com/office/powerpoint/2010/main" val="395413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CD7527C-119B-4486-8CF3-A025FDEC4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49" y="860424"/>
            <a:ext cx="8153436" cy="4351338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1312B1-7401-4989-9490-42E2DD483553}"/>
              </a:ext>
            </a:extLst>
          </p:cNvPr>
          <p:cNvSpPr/>
          <p:nvPr/>
        </p:nvSpPr>
        <p:spPr>
          <a:xfrm>
            <a:off x="376749" y="3657599"/>
            <a:ext cx="6438918" cy="157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DEE98-8BD2-47E2-9D1E-36EA0D8F6634}"/>
              </a:ext>
            </a:extLst>
          </p:cNvPr>
          <p:cNvSpPr txBox="1"/>
          <p:nvPr/>
        </p:nvSpPr>
        <p:spPr>
          <a:xfrm>
            <a:off x="376748" y="5419004"/>
            <a:ext cx="10748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역할</a:t>
            </a:r>
            <a:r>
              <a:rPr lang="en-US" altLang="ko-KR" b="1" dirty="0"/>
              <a:t>:</a:t>
            </a:r>
            <a:r>
              <a:rPr lang="ko-KR" altLang="en-US" dirty="0"/>
              <a:t> 프로젝트에 포함된 모든 원천 파일</a:t>
            </a:r>
            <a:r>
              <a:rPr lang="en-US" altLang="ko-KR" dirty="0"/>
              <a:t>(</a:t>
            </a:r>
            <a:r>
              <a:rPr lang="ko-KR" altLang="en-US" dirty="0"/>
              <a:t>소스 파일</a:t>
            </a:r>
            <a:r>
              <a:rPr lang="en-US" altLang="ko-KR" dirty="0"/>
              <a:t>)</a:t>
            </a:r>
            <a:r>
              <a:rPr lang="ko-KR" altLang="en-US" dirty="0"/>
              <a:t>을 관리하는 파일 시스템 관리자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주요 기능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3D </a:t>
            </a:r>
            <a:r>
              <a:rPr lang="ko-KR" altLang="en-US" dirty="0"/>
              <a:t>모델</a:t>
            </a:r>
            <a:r>
              <a:rPr lang="en-US" altLang="ko-KR" dirty="0"/>
              <a:t>, </a:t>
            </a:r>
            <a:r>
              <a:rPr lang="ko-KR" altLang="en-US" dirty="0"/>
              <a:t>텍스처</a:t>
            </a:r>
            <a:r>
              <a:rPr lang="en-US" altLang="ko-KR" dirty="0"/>
              <a:t>, </a:t>
            </a:r>
            <a:r>
              <a:rPr lang="ko-KR" altLang="en-US" dirty="0"/>
              <a:t>오디오</a:t>
            </a:r>
            <a:r>
              <a:rPr lang="en-US" altLang="ko-KR" dirty="0"/>
              <a:t>, C# </a:t>
            </a:r>
            <a:r>
              <a:rPr lang="ko-KR" altLang="en-US" dirty="0"/>
              <a:t>스크립트</a:t>
            </a:r>
            <a:r>
              <a:rPr lang="en-US" altLang="ko-KR" dirty="0"/>
              <a:t>, </a:t>
            </a:r>
            <a:r>
              <a:rPr lang="ko-KR" altLang="en-US" dirty="0" err="1"/>
              <a:t>프리팹</a:t>
            </a:r>
            <a:r>
              <a:rPr lang="en-US" altLang="ko-KR" dirty="0"/>
              <a:t>(Prefab) </a:t>
            </a:r>
            <a:r>
              <a:rPr lang="ko-KR" altLang="en-US" dirty="0"/>
              <a:t>등 디스크에 저장된 실제 자산</a:t>
            </a:r>
            <a:r>
              <a:rPr lang="en-US" altLang="ko-KR" dirty="0"/>
              <a:t>(Asset)</a:t>
            </a:r>
            <a:r>
              <a:rPr lang="ko-KR" altLang="en-US" dirty="0"/>
              <a:t>들을 </a:t>
            </a:r>
            <a:r>
              <a:rPr lang="ko-KR" altLang="en-US" dirty="0" err="1"/>
              <a:t>구조화하여</a:t>
            </a:r>
            <a:r>
              <a:rPr lang="ko-KR" altLang="en-US" dirty="0"/>
              <a:t> 보관함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핵심</a:t>
            </a:r>
            <a:r>
              <a:rPr lang="en-US" altLang="ko-KR" b="1" dirty="0"/>
              <a:t>:</a:t>
            </a:r>
            <a:r>
              <a:rPr lang="ko-KR" altLang="en-US" dirty="0"/>
              <a:t> 아직 무대</a:t>
            </a:r>
            <a:r>
              <a:rPr lang="en-US" altLang="ko-KR" dirty="0"/>
              <a:t>(Scene)</a:t>
            </a:r>
            <a:r>
              <a:rPr lang="ko-KR" altLang="en-US" dirty="0"/>
              <a:t>에 배치되지 않은 </a:t>
            </a:r>
            <a:r>
              <a:rPr lang="en-US" altLang="ko-KR" dirty="0"/>
              <a:t>'</a:t>
            </a:r>
            <a:r>
              <a:rPr lang="ko-KR" altLang="en-US" dirty="0"/>
              <a:t>재료</a:t>
            </a:r>
            <a:r>
              <a:rPr lang="en-US" altLang="ko-KR" dirty="0"/>
              <a:t>' </a:t>
            </a:r>
            <a:r>
              <a:rPr lang="ko-KR" altLang="en-US" dirty="0"/>
              <a:t>상태의 자산들이 존재하는 공간임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CA2E6-0039-44CC-A544-2173D6CEE740}"/>
              </a:ext>
            </a:extLst>
          </p:cNvPr>
          <p:cNvSpPr txBox="1"/>
          <p:nvPr/>
        </p:nvSpPr>
        <p:spPr>
          <a:xfrm>
            <a:off x="376749" y="423333"/>
            <a:ext cx="6867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Project (</a:t>
            </a:r>
            <a:r>
              <a:rPr lang="ko-KR" altLang="en-US" b="1" dirty="0"/>
              <a:t>프로젝트</a:t>
            </a:r>
            <a:r>
              <a:rPr lang="en-US" altLang="ko-KR" b="1" dirty="0"/>
              <a:t>) </a:t>
            </a:r>
            <a:r>
              <a:rPr lang="ko-KR" altLang="en-US" b="1" dirty="0"/>
              <a:t>뷰</a:t>
            </a:r>
            <a:r>
              <a:rPr lang="en-US" altLang="ko-KR" b="1" dirty="0"/>
              <a:t>: "</a:t>
            </a:r>
            <a:r>
              <a:rPr lang="ko-KR" altLang="en-US" b="1" dirty="0" err="1"/>
              <a:t>소품실</a:t>
            </a:r>
            <a:r>
              <a:rPr lang="ko-KR" altLang="en-US" b="1" dirty="0"/>
              <a:t> </a:t>
            </a:r>
            <a:r>
              <a:rPr lang="en-US" altLang="ko-KR" b="1" dirty="0"/>
              <a:t>/ </a:t>
            </a:r>
            <a:r>
              <a:rPr lang="ko-KR" altLang="en-US" b="1" dirty="0"/>
              <a:t>자산 창고 </a:t>
            </a:r>
            <a:r>
              <a:rPr lang="en-US" altLang="ko-KR" b="1" dirty="0"/>
              <a:t>(Asset Repository)"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236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CD7527C-119B-4486-8CF3-A025FDEC4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49" y="860424"/>
            <a:ext cx="8153436" cy="4351338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1312B1-7401-4989-9490-42E2DD483553}"/>
              </a:ext>
            </a:extLst>
          </p:cNvPr>
          <p:cNvSpPr/>
          <p:nvPr/>
        </p:nvSpPr>
        <p:spPr>
          <a:xfrm flipV="1">
            <a:off x="376749" y="1185333"/>
            <a:ext cx="1494384" cy="2472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CA2E6-0039-44CC-A544-2173D6CEE740}"/>
              </a:ext>
            </a:extLst>
          </p:cNvPr>
          <p:cNvSpPr txBox="1"/>
          <p:nvPr/>
        </p:nvSpPr>
        <p:spPr>
          <a:xfrm>
            <a:off x="376749" y="423333"/>
            <a:ext cx="850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Hierarchy (</a:t>
            </a:r>
            <a:r>
              <a:rPr lang="ko-KR" altLang="en-US" b="1" dirty="0"/>
              <a:t>계층</a:t>
            </a:r>
            <a:r>
              <a:rPr lang="en-US" altLang="ko-KR" b="1" dirty="0"/>
              <a:t>) </a:t>
            </a:r>
            <a:r>
              <a:rPr lang="ko-KR" altLang="en-US" b="1" dirty="0"/>
              <a:t>뷰</a:t>
            </a:r>
            <a:r>
              <a:rPr lang="en-US" altLang="ko-KR" b="1" dirty="0"/>
              <a:t>: "</a:t>
            </a:r>
            <a:r>
              <a:rPr lang="ko-KR" altLang="en-US" b="1" dirty="0"/>
              <a:t>무대 출연진</a:t>
            </a:r>
            <a:r>
              <a:rPr lang="en-US" altLang="ko-KR" b="1" dirty="0"/>
              <a:t>/</a:t>
            </a:r>
            <a:r>
              <a:rPr lang="ko-KR" altLang="en-US" b="1" dirty="0"/>
              <a:t>소품 목록 </a:t>
            </a:r>
            <a:r>
              <a:rPr lang="en-US" altLang="ko-KR" b="1" dirty="0"/>
              <a:t>(Scene Graph &amp; Tree Structure)"</a:t>
            </a:r>
            <a:endParaRPr lang="ko-KR" alt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75A07C-5734-4B25-8F72-0B0040F3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11" y="5536671"/>
            <a:ext cx="108104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역할: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현재 활성화된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존재하는 모든 게임 오브젝트(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GameObject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)의 계층 구조를 보여줌.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기능: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오브젝트 간의 부모-자식(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Parent-Child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관계 설정, 검색, 렌더링 순서 관리 등을 수행함.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내부의 모든 요소를 트라이 구조(Tree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)로 직관적으로 파악하고 관리하는 공간임.</a:t>
            </a:r>
          </a:p>
        </p:txBody>
      </p:sp>
    </p:spTree>
    <p:extLst>
      <p:ext uri="{BB962C8B-B14F-4D97-AF65-F5344CB8AC3E}">
        <p14:creationId xmlns:p14="http://schemas.microsoft.com/office/powerpoint/2010/main" val="276818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7B3F1FC-57EA-4380-9FF0-8D336A1DC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89" y="881061"/>
            <a:ext cx="8144920" cy="4351338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1312B1-7401-4989-9490-42E2DD483553}"/>
              </a:ext>
            </a:extLst>
          </p:cNvPr>
          <p:cNvSpPr/>
          <p:nvPr/>
        </p:nvSpPr>
        <p:spPr>
          <a:xfrm flipH="1">
            <a:off x="6815667" y="1210491"/>
            <a:ext cx="1776542" cy="40219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CA2E6-0039-44CC-A544-2173D6CEE740}"/>
              </a:ext>
            </a:extLst>
          </p:cNvPr>
          <p:cNvSpPr txBox="1"/>
          <p:nvPr/>
        </p:nvSpPr>
        <p:spPr>
          <a:xfrm>
            <a:off x="376749" y="423333"/>
            <a:ext cx="888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Inspector (</a:t>
            </a:r>
            <a:r>
              <a:rPr lang="ko-KR" altLang="en-US" b="1" dirty="0" err="1"/>
              <a:t>인스펙터</a:t>
            </a:r>
            <a:r>
              <a:rPr lang="en-US" altLang="ko-KR" b="1" dirty="0"/>
              <a:t>) </a:t>
            </a:r>
            <a:r>
              <a:rPr lang="ko-KR" altLang="en-US" b="1" dirty="0"/>
              <a:t>뷰</a:t>
            </a:r>
            <a:r>
              <a:rPr lang="en-US" altLang="ko-KR" b="1" dirty="0"/>
              <a:t>: "</a:t>
            </a:r>
            <a:r>
              <a:rPr lang="ko-KR" altLang="en-US" b="1" dirty="0"/>
              <a:t>오브젝트 상세 </a:t>
            </a:r>
            <a:r>
              <a:rPr lang="ko-KR" altLang="en-US" b="1" dirty="0" err="1"/>
              <a:t>속성창</a:t>
            </a:r>
            <a:r>
              <a:rPr lang="ko-KR" altLang="en-US" b="1" dirty="0"/>
              <a:t> </a:t>
            </a:r>
            <a:r>
              <a:rPr lang="en-US" altLang="ko-KR" b="1" dirty="0"/>
              <a:t>(Component &amp; Property Editor)"</a:t>
            </a:r>
            <a:endParaRPr lang="ko-KR" alt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776C5D4-5269-4499-B0FE-A4CD0121D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49" y="5372838"/>
            <a:ext cx="117368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역할: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Hierarchy나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Project에서 선택한 개체의 세부 정보와 컴포넌트(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조회하고 수정하는 창.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기능: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정보, 스크립트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변수값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렌더러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콜라이더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설정 등 컴포넌트의 파라미터를 실시간으로 조율함.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유니티의 '컴포넌트 기반 아키텍처(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Component-Based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)'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직접 다루는 핵심 편집 도구임.</a:t>
            </a:r>
          </a:p>
        </p:txBody>
      </p:sp>
    </p:spTree>
    <p:extLst>
      <p:ext uri="{BB962C8B-B14F-4D97-AF65-F5344CB8AC3E}">
        <p14:creationId xmlns:p14="http://schemas.microsoft.com/office/powerpoint/2010/main" val="95170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7B3F1FC-57EA-4380-9FF0-8D336A1DC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89" y="881061"/>
            <a:ext cx="8144920" cy="4351338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1312B1-7401-4989-9490-42E2DD483553}"/>
              </a:ext>
            </a:extLst>
          </p:cNvPr>
          <p:cNvSpPr/>
          <p:nvPr/>
        </p:nvSpPr>
        <p:spPr>
          <a:xfrm flipH="1">
            <a:off x="4478867" y="1210491"/>
            <a:ext cx="2389211" cy="25910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CA2E6-0039-44CC-A544-2173D6CEE740}"/>
              </a:ext>
            </a:extLst>
          </p:cNvPr>
          <p:cNvSpPr txBox="1"/>
          <p:nvPr/>
        </p:nvSpPr>
        <p:spPr>
          <a:xfrm>
            <a:off x="376749" y="423333"/>
            <a:ext cx="6215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Scene (</a:t>
            </a:r>
            <a:r>
              <a:rPr lang="ko-KR" altLang="en-US" b="1" dirty="0"/>
              <a:t>씬</a:t>
            </a:r>
            <a:r>
              <a:rPr lang="en-US" altLang="ko-KR" b="1" dirty="0"/>
              <a:t>) </a:t>
            </a:r>
            <a:r>
              <a:rPr lang="ko-KR" altLang="en-US" b="1" dirty="0"/>
              <a:t>뷰</a:t>
            </a:r>
            <a:r>
              <a:rPr lang="en-US" altLang="ko-KR" b="1" dirty="0"/>
              <a:t>: "</a:t>
            </a:r>
            <a:r>
              <a:rPr lang="ko-KR" altLang="en-US" b="1" dirty="0"/>
              <a:t>무대 및 촬영 </a:t>
            </a:r>
            <a:r>
              <a:rPr lang="ko-KR" altLang="en-US" b="1" dirty="0" err="1"/>
              <a:t>세트장</a:t>
            </a:r>
            <a:r>
              <a:rPr lang="ko-KR" altLang="en-US" b="1" dirty="0"/>
              <a:t> </a:t>
            </a:r>
            <a:r>
              <a:rPr lang="en-US" altLang="ko-KR" b="1" dirty="0"/>
              <a:t>(Production Stage)"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776C5D4-5269-4499-B0FE-A4CD0121D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49" y="5511337"/>
            <a:ext cx="117368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역할</a:t>
            </a:r>
            <a:r>
              <a:rPr lang="en-US" altLang="ko-KR" b="1" dirty="0"/>
              <a:t>:</a:t>
            </a:r>
            <a:r>
              <a:rPr lang="ko-KR" altLang="en-US" dirty="0"/>
              <a:t> 개발자가 </a:t>
            </a:r>
            <a:r>
              <a:rPr lang="en-US" altLang="ko-KR" dirty="0"/>
              <a:t>3D/2D </a:t>
            </a:r>
            <a:r>
              <a:rPr lang="ko-KR" altLang="en-US" dirty="0"/>
              <a:t>공간에서 오브젝트를 시각적으로 배치하고 편집하는 작업 공간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주요 기능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기즈모</a:t>
            </a:r>
            <a:r>
              <a:rPr lang="en-US" altLang="ko-KR" dirty="0"/>
              <a:t>(Gizmo)</a:t>
            </a:r>
            <a:r>
              <a:rPr lang="ko-KR" altLang="en-US" dirty="0"/>
              <a:t>와 </a:t>
            </a:r>
            <a:r>
              <a:rPr lang="ko-KR" altLang="en-US" dirty="0" err="1"/>
              <a:t>툴바를</a:t>
            </a:r>
            <a:r>
              <a:rPr lang="ko-KR" altLang="en-US" dirty="0"/>
              <a:t> 이용해 오브젝트의 위치</a:t>
            </a:r>
            <a:r>
              <a:rPr lang="en-US" altLang="ko-KR" dirty="0"/>
              <a:t>, </a:t>
            </a:r>
            <a:r>
              <a:rPr lang="ko-KR" altLang="en-US" dirty="0"/>
              <a:t>회전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(Transform)</a:t>
            </a:r>
            <a:r>
              <a:rPr lang="ko-KR" altLang="en-US" dirty="0"/>
              <a:t>를 직접 조작함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핵심</a:t>
            </a:r>
            <a:r>
              <a:rPr lang="en-US" altLang="ko-KR" b="1" dirty="0"/>
              <a:t>:</a:t>
            </a:r>
            <a:r>
              <a:rPr lang="ko-KR" altLang="en-US" dirty="0"/>
              <a:t> 게임이 실행 중이 아닐 때 개발자가 </a:t>
            </a:r>
            <a:r>
              <a:rPr lang="en-US" altLang="ko-KR" dirty="0"/>
              <a:t>'</a:t>
            </a:r>
            <a:r>
              <a:rPr lang="ko-KR" altLang="en-US" dirty="0"/>
              <a:t>세트장을 만드는</a:t>
            </a:r>
            <a:r>
              <a:rPr lang="en-US" altLang="ko-KR" dirty="0"/>
              <a:t>' </a:t>
            </a:r>
            <a:r>
              <a:rPr lang="ko-KR" altLang="en-US" dirty="0"/>
              <a:t>편집용 </a:t>
            </a:r>
            <a:r>
              <a:rPr lang="ko-KR" altLang="en-US" dirty="0" err="1"/>
              <a:t>뷰포트임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58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7B3F1FC-57EA-4380-9FF0-8D336A1DC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89" y="881061"/>
            <a:ext cx="8144920" cy="4351338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1312B1-7401-4989-9490-42E2DD483553}"/>
              </a:ext>
            </a:extLst>
          </p:cNvPr>
          <p:cNvSpPr/>
          <p:nvPr/>
        </p:nvSpPr>
        <p:spPr>
          <a:xfrm flipH="1">
            <a:off x="4478867" y="1210491"/>
            <a:ext cx="2389211" cy="25910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CA2E6-0039-44CC-A544-2173D6CEE740}"/>
              </a:ext>
            </a:extLst>
          </p:cNvPr>
          <p:cNvSpPr txBox="1"/>
          <p:nvPr/>
        </p:nvSpPr>
        <p:spPr>
          <a:xfrm>
            <a:off x="376749" y="423333"/>
            <a:ext cx="702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Game (</a:t>
            </a:r>
            <a:r>
              <a:rPr lang="ko-KR" altLang="en-US" b="1" dirty="0"/>
              <a:t>게임</a:t>
            </a:r>
            <a:r>
              <a:rPr lang="en-US" altLang="ko-KR" b="1" dirty="0"/>
              <a:t>) </a:t>
            </a:r>
            <a:r>
              <a:rPr lang="ko-KR" altLang="en-US" b="1" dirty="0"/>
              <a:t>뷰</a:t>
            </a:r>
            <a:r>
              <a:rPr lang="en-US" altLang="ko-KR" b="1" dirty="0"/>
              <a:t>: "</a:t>
            </a:r>
            <a:r>
              <a:rPr lang="ko-KR" altLang="en-US" b="1" dirty="0"/>
              <a:t>최종 연출 카메라 화면 </a:t>
            </a:r>
            <a:r>
              <a:rPr lang="en-US" altLang="ko-KR" b="1" dirty="0"/>
              <a:t>(Game Play Viewport)"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776C5D4-5269-4499-B0FE-A4CD0121D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49" y="5372837"/>
            <a:ext cx="117368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역할</a:t>
            </a:r>
            <a:r>
              <a:rPr lang="en-US" altLang="ko-KR" b="1" dirty="0"/>
              <a:t>:</a:t>
            </a:r>
            <a:r>
              <a:rPr lang="ko-KR" altLang="en-US" dirty="0"/>
              <a:t> 실제 게임 내 카메라</a:t>
            </a:r>
            <a:r>
              <a:rPr lang="en-US" altLang="ko-KR" dirty="0"/>
              <a:t>(Main Camera)</a:t>
            </a:r>
            <a:r>
              <a:rPr lang="ko-KR" altLang="en-US" dirty="0"/>
              <a:t>를 통해 출력될 최종 결과물을 미리 보는 화면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주요 기능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Play </a:t>
            </a:r>
            <a:r>
              <a:rPr lang="ko-KR" altLang="en-US" dirty="0"/>
              <a:t>버튼</a:t>
            </a:r>
            <a:r>
              <a:rPr lang="en-US" altLang="ko-KR" dirty="0"/>
              <a:t>(▶) </a:t>
            </a:r>
            <a:r>
              <a:rPr lang="ko-KR" altLang="en-US" dirty="0"/>
              <a:t>클릭 시 실제 로직과 물리 엔진이 작동하며</a:t>
            </a:r>
            <a:r>
              <a:rPr lang="en-US" altLang="ko-KR" dirty="0"/>
              <a:t>, </a:t>
            </a:r>
            <a:r>
              <a:rPr lang="ko-KR" altLang="en-US" dirty="0"/>
              <a:t>플레이어 관점에서의 렌더링 결과와 </a:t>
            </a:r>
            <a:r>
              <a:rPr lang="en-US" altLang="ko-KR" dirty="0"/>
              <a:t>UI</a:t>
            </a:r>
            <a:r>
              <a:rPr lang="ko-KR" altLang="en-US" dirty="0"/>
              <a:t>를 테스트함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핵심</a:t>
            </a:r>
            <a:r>
              <a:rPr lang="en-US" altLang="ko-KR" b="1" dirty="0"/>
              <a:t>:</a:t>
            </a:r>
            <a:r>
              <a:rPr lang="ko-KR" altLang="en-US" dirty="0"/>
              <a:t> 사용자</a:t>
            </a:r>
            <a:r>
              <a:rPr lang="en-US" altLang="ko-KR" dirty="0"/>
              <a:t>(Player)</a:t>
            </a:r>
            <a:r>
              <a:rPr lang="ko-KR" altLang="en-US" dirty="0"/>
              <a:t>가 보게 될 최종 렌더링 출력을 검증하는 공간임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23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3376200-038E-4D1D-AF62-49A1781A5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25" y="894292"/>
            <a:ext cx="8165684" cy="4351338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1312B1-7401-4989-9490-42E2DD483553}"/>
              </a:ext>
            </a:extLst>
          </p:cNvPr>
          <p:cNvSpPr/>
          <p:nvPr/>
        </p:nvSpPr>
        <p:spPr>
          <a:xfrm flipH="1">
            <a:off x="396023" y="3657599"/>
            <a:ext cx="6402709" cy="1498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CA2E6-0039-44CC-A544-2173D6CEE740}"/>
              </a:ext>
            </a:extLst>
          </p:cNvPr>
          <p:cNvSpPr txBox="1"/>
          <p:nvPr/>
        </p:nvSpPr>
        <p:spPr>
          <a:xfrm>
            <a:off x="376749" y="423333"/>
            <a:ext cx="781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Console (</a:t>
            </a:r>
            <a:r>
              <a:rPr lang="ko-KR" altLang="en-US" b="1" dirty="0"/>
              <a:t>콘솔</a:t>
            </a:r>
            <a:r>
              <a:rPr lang="en-US" altLang="ko-KR" b="1" dirty="0"/>
              <a:t>) </a:t>
            </a:r>
            <a:r>
              <a:rPr lang="ko-KR" altLang="en-US" b="1" dirty="0"/>
              <a:t>뷰</a:t>
            </a:r>
            <a:r>
              <a:rPr lang="en-US" altLang="ko-KR" b="1" dirty="0"/>
              <a:t>: "</a:t>
            </a:r>
            <a:r>
              <a:rPr lang="ko-KR" altLang="en-US" b="1" dirty="0"/>
              <a:t>디버깅 및 시스템 로그 </a:t>
            </a:r>
            <a:r>
              <a:rPr lang="en-US" altLang="ko-KR" b="1" dirty="0"/>
              <a:t>(System Log &amp; Debugger)"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776C5D4-5269-4499-B0FE-A4CD0121D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49" y="5511336"/>
            <a:ext cx="117368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역할</a:t>
            </a:r>
            <a:r>
              <a:rPr lang="en-US" altLang="ko-KR" b="1" dirty="0"/>
              <a:t>: </a:t>
            </a:r>
            <a:r>
              <a:rPr lang="ko-KR" altLang="en-US" dirty="0"/>
              <a:t>엔진 내부 이벤트</a:t>
            </a:r>
            <a:r>
              <a:rPr lang="en-US" altLang="ko-KR" dirty="0"/>
              <a:t>, </a:t>
            </a:r>
            <a:r>
              <a:rPr lang="ko-KR" altLang="en-US" dirty="0"/>
              <a:t>스크립트 오류</a:t>
            </a:r>
            <a:r>
              <a:rPr lang="en-US" altLang="ko-KR" dirty="0"/>
              <a:t>, </a:t>
            </a:r>
            <a:r>
              <a:rPr lang="ko-KR" altLang="en-US" dirty="0"/>
              <a:t>개발자 텍스트 출력을 수집하여 보여주는 텍스트 기반 인터페이스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주요 기능</a:t>
            </a:r>
            <a:r>
              <a:rPr lang="en-US" altLang="ko-KR" b="1" dirty="0"/>
              <a:t>: </a:t>
            </a:r>
            <a:r>
              <a:rPr lang="en-US" altLang="ko-KR" dirty="0" err="1"/>
              <a:t>Debug.Log</a:t>
            </a:r>
            <a:r>
              <a:rPr lang="en-US" altLang="ko-KR" dirty="0"/>
              <a:t>() </a:t>
            </a:r>
            <a:r>
              <a:rPr lang="ko-KR" altLang="en-US" dirty="0"/>
              <a:t>출력 확인</a:t>
            </a:r>
            <a:r>
              <a:rPr lang="en-US" altLang="ko-KR" dirty="0"/>
              <a:t>, </a:t>
            </a:r>
            <a:r>
              <a:rPr lang="ko-KR" altLang="en-US" dirty="0"/>
              <a:t>컴파일 에러</a:t>
            </a:r>
            <a:r>
              <a:rPr lang="en-US" altLang="ko-KR" dirty="0"/>
              <a:t>(Error), </a:t>
            </a:r>
            <a:r>
              <a:rPr lang="ko-KR" altLang="en-US" dirty="0"/>
              <a:t>경고</a:t>
            </a:r>
            <a:r>
              <a:rPr lang="en-US" altLang="ko-KR" dirty="0"/>
              <a:t>(Warning), </a:t>
            </a:r>
            <a:r>
              <a:rPr lang="ko-KR" altLang="en-US" dirty="0"/>
              <a:t>런타임 예외</a:t>
            </a:r>
            <a:r>
              <a:rPr lang="en-US" altLang="ko-KR" dirty="0"/>
              <a:t>(Exception) </a:t>
            </a:r>
            <a:r>
              <a:rPr lang="ko-KR" altLang="en-US" dirty="0"/>
              <a:t>추적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핵심</a:t>
            </a:r>
            <a:r>
              <a:rPr lang="en-US" altLang="ko-KR" b="1" dirty="0"/>
              <a:t>: </a:t>
            </a:r>
            <a:r>
              <a:rPr lang="ko-KR" altLang="en-US" dirty="0"/>
              <a:t>코드의 정상 작동 여부를 판단하고 버그를 잡는 필수 디버깅 도구임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16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450</Words>
  <Application>Microsoft Office PowerPoint</Application>
  <PresentationFormat>와이드스크린</PresentationFormat>
  <Paragraphs>27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Unity UI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UI 설명</dc:title>
  <dc:creator>ES Lee</dc:creator>
  <cp:lastModifiedBy>이은석</cp:lastModifiedBy>
  <cp:revision>3</cp:revision>
  <dcterms:created xsi:type="dcterms:W3CDTF">2026-09-22T01:17:59Z</dcterms:created>
  <dcterms:modified xsi:type="dcterms:W3CDTF">2026-09-22T01:28:00Z</dcterms:modified>
</cp:coreProperties>
</file>